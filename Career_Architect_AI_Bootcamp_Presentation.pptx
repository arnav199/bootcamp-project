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Career Architect AI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Bootcamp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0789920" cy="3474720"/>
          </a:xfrm>
          <a:prstGeom prst="roundRect">
            <a:avLst/>
          </a:prstGeom>
          <a:solidFill>
            <a:srgbClr val="0B1F3B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Local-first resume analyzer, job matcher, and ATS-safe resume builder</a:t>
            </a:r>
          </a:p>
          <a:p>
            <a:pPr algn="ctr">
              <a:spcBef>
                <a:spcPts val="1400"/>
              </a:spcBef>
            </a:pPr>
            <a:r>
              <a:rPr sz="1500">
                <a:solidFill>
                  <a:srgbClr val="E8EBF0"/>
                </a:solidFill>
              </a:rPr>
              <a:t>Trained from the bundled resume-role dataset and served entirely on the local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440680"/>
            <a:ext cx="3246120" cy="713232"/>
          </a:xfrm>
          <a:prstGeom prst="roundRect">
            <a:avLst/>
          </a:prstGeom>
          <a:solidFill>
            <a:srgbClr val="E6EEF8"/>
          </a:solidFill>
          <a:ln>
            <a:solidFill>
              <a:srgbClr val="E6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10,000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synthetic resumes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5440680"/>
            <a:ext cx="3246120" cy="713232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324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job-role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5440680"/>
            <a:ext cx="3246120" cy="713232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external AI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Problem Statement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Why this project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Resume screening is often inconsistent and opaque.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Job seekers need clear guidance on role fit and missing skills.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ATS compatibility matters, but most builders do not explain their output.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A local-first system avoids external API dependencies and privacy concerns.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691640"/>
            <a:ext cx="4526280" cy="960120"/>
          </a:xfrm>
          <a:prstGeom prst="roundRect">
            <a:avLst/>
          </a:prstGeom>
          <a:solidFill>
            <a:srgbClr val="E6EEF8"/>
          </a:solidFill>
          <a:ln>
            <a:solidFill>
              <a:srgbClr val="E6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Decision support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Explainable scoring instead of black-box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834640"/>
            <a:ext cx="4526280" cy="960120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Privacy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Resume text stays on the local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3977639"/>
            <a:ext cx="4526280" cy="96012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Guidance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Role recommendations plus skill-gap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Solution Overview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What the application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Predicts the strongest role and three career directions from resume text.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Scores resume-to-job fit from 0 to 100.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Extracts canonical skills, education level, and years of experience.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Builds a structured resume with a live ATS-safe preview.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Exports strict JSON resume data or plain ATS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System Architecture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How the pieces fit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148840" cy="1143000"/>
          </a:xfrm>
          <a:prstGeom prst="roundRect">
            <a:avLst/>
          </a:prstGeom>
          <a:solidFill>
            <a:srgbClr val="E6EEF8"/>
          </a:solidFill>
          <a:ln>
            <a:solidFill>
              <a:srgbClr val="E6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Dataset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Training data and role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828800"/>
            <a:ext cx="2148840" cy="1143000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Analyzer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Training, extraction, scoring,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828800"/>
            <a:ext cx="2148840" cy="114300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API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Zero-dependency HTTP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828800"/>
            <a:ext cx="2148840" cy="1143000"/>
          </a:xfrm>
          <a:prstGeom prst="roundRect">
            <a:avLst/>
          </a:prstGeom>
          <a:solidFill>
            <a:srgbClr val="F1EBF8"/>
          </a:solidFill>
          <a:ln>
            <a:solidFill>
              <a:srgbClr val="F1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UI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Browser interface and exports</a:t>
            </a:r>
          </a:p>
        </p:txBody>
      </p:sp>
      <p:sp>
        <p:nvSpPr>
          <p:cNvPr id="8" name="Chevron 7"/>
          <p:cNvSpPr/>
          <p:nvPr/>
        </p:nvSpPr>
        <p:spPr>
          <a:xfrm>
            <a:off x="2697480" y="2157984"/>
            <a:ext cx="411480" cy="384048"/>
          </a:xfrm>
          <a:prstGeom prst="chevron">
            <a:avLst/>
          </a:prstGeom>
          <a:solidFill>
            <a:srgbClr val="F0B100"/>
          </a:solidFill>
          <a:ln>
            <a:solidFill>
              <a:srgbClr val="F0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349240" y="2157984"/>
            <a:ext cx="411480" cy="384048"/>
          </a:xfrm>
          <a:prstGeom prst="chevron">
            <a:avLst/>
          </a:prstGeom>
          <a:solidFill>
            <a:srgbClr val="F0B100"/>
          </a:solidFill>
          <a:ln>
            <a:solidFill>
              <a:srgbClr val="F0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8001000" y="2157984"/>
            <a:ext cx="411480" cy="384048"/>
          </a:xfrm>
          <a:prstGeom prst="chevron">
            <a:avLst/>
          </a:prstGeom>
          <a:solidFill>
            <a:srgbClr val="F0B100"/>
          </a:solidFill>
          <a:ln>
            <a:solidFill>
              <a:srgbClr val="F0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Training happens at startup from the bundled dataset.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The analyzer returns explainable scores and recommendations.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The server exposes JSON APIs for the web app and evaluation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Core Capabilities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Main product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E6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Role prediction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Find the strongest role and adjacent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097280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Skill extraction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Identify canonical skills and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109728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Fit scoring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Rank resume-to-job alignment from 0 to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383280" cy="1097280"/>
          </a:xfrm>
          <a:prstGeom prst="roundRect">
            <a:avLst/>
          </a:prstGeom>
          <a:solidFill>
            <a:srgbClr val="F1EBF8"/>
          </a:solidFill>
          <a:ln>
            <a:solidFill>
              <a:srgbClr val="F1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ATS builder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Create structured, ATS-safe resumes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00400"/>
            <a:ext cx="33832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E6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JSON export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Generate strict resume schema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00400"/>
            <a:ext cx="3383280" cy="1097280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Local-first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No external AI API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Data and Model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Training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The engine loads 10,000 synthetic resumes spanning 324 job-role labels.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It builds TF-IDF document-frequency weights from the training corpus.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A semantic centroid is computed for each job role.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Role ranking combines skill coverage, semantic similarity, title evidence, and experience fit.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Job matching additionally blends skill coverage, semantic similarity, experience, and education.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API and UI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Integration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3383280" cy="1097280"/>
          </a:xfrm>
          <a:prstGeom prst="roundRect">
            <a:avLst/>
          </a:prstGeom>
          <a:solidFill>
            <a:srgbClr val="E6EEF8"/>
          </a:solidFill>
          <a:ln>
            <a:solidFill>
              <a:srgbClr val="E6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POST /api/analyze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Analyze resume text and optional target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1097280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POST /api/resume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Normalize builder data into resume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91640"/>
            <a:ext cx="3383280" cy="109728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GET /api/meta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Return model coverage and role titles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The web UI runs in the browser and talks to the local server.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The same backend supports tests, evaluation, and the presentation/demo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B1F3B"/>
                </a:solidFill>
              </a:rPr>
              <a:t>Conclusion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C6773"/>
                </a:solidFill>
              </a:rPr>
              <a:t>Responsible, explainable career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Career Architect AI turns a resume into concrete, explainable guidance.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It stays local, avoids external AI dependencies, and keeps outputs ATS-friendly.</a:t>
            </a:r>
          </a:p>
          <a:p>
            <a:pPr>
              <a:spcAft>
                <a:spcPts val="900"/>
              </a:spcAft>
              <a:defRPr sz="2000">
                <a:solidFill>
                  <a:srgbClr val="212529"/>
                </a:solidFill>
              </a:defRPr>
            </a:pPr>
            <a:r>
              <a:t>The design supports job matching, skill-gap analysis, and structured resume building.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17720"/>
            <a:ext cx="9966960" cy="868680"/>
          </a:xfrm>
          <a:prstGeom prst="roundRect">
            <a:avLst/>
          </a:prstGeom>
          <a:solidFill>
            <a:srgbClr val="F8F2E0"/>
          </a:solidFill>
          <a:ln>
            <a:solidFill>
              <a:srgbClr val="F8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B"/>
                </a:solidFill>
              </a:rPr>
              <a:t>Responsible use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C6773"/>
                </a:solidFill>
              </a:rPr>
              <a:t>Decision support only - not an automated hiring authority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